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notesMasterIdLst>
    <p:notesMasterId r:id="rId11"/>
  </p:notesMasterIdLst>
  <p:sldIdLst>
    <p:sldId id="256" r:id="rId2"/>
    <p:sldId id="267" r:id="rId3"/>
    <p:sldId id="261" r:id="rId4"/>
    <p:sldId id="264" r:id="rId5"/>
    <p:sldId id="265" r:id="rId6"/>
    <p:sldId id="260" r:id="rId7"/>
    <p:sldId id="262" r:id="rId8"/>
    <p:sldId id="263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4" autoAdjust="0"/>
    <p:restoredTop sz="94660"/>
  </p:normalViewPr>
  <p:slideViewPr>
    <p:cSldViewPr snapToGrid="0">
      <p:cViewPr varScale="1">
        <p:scale>
          <a:sx n="72" d="100"/>
          <a:sy n="72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97FF64-DA34-433A-AA05-D6DEB3670B8F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66BA7-B687-483B-B23A-2226AFB38E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6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05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089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508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4805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26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537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917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88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C66BA7-B687-483B-B23A-2226AFB38E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818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301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3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00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12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228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91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34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10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93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19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699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807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96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7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242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6921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23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07394243-9A6E-4B10-8984-542278061663}" type="datetimeFigureOut">
              <a:rPr lang="en-US" smtClean="0"/>
              <a:t>6/16/2017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8B0F70E-92F3-4EDD-8C66-9D9CDB7891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16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Ody Quraviharto</a:t>
            </a:r>
          </a:p>
          <a:p>
            <a:r>
              <a:rPr lang="en-US" dirty="0" smtClean="0"/>
              <a:t>GAMS meeting</a:t>
            </a:r>
          </a:p>
          <a:p>
            <a:r>
              <a:rPr lang="en-US" dirty="0" err="1" smtClean="0"/>
              <a:t>Batam</a:t>
            </a:r>
            <a:r>
              <a:rPr lang="en-US" dirty="0"/>
              <a:t> </a:t>
            </a:r>
            <a:r>
              <a:rPr lang="en-US" dirty="0" smtClean="0"/>
              <a:t>– 16-Jun-2017</a:t>
            </a:r>
            <a:endParaRPr lang="en-US" dirty="0"/>
          </a:p>
        </p:txBody>
      </p:sp>
      <p:pic>
        <p:nvPicPr>
          <p:cNvPr id="4" name="Content Placeholder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049826" y="393701"/>
            <a:ext cx="6078593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60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static5.businessinsider.com/image/56685d0084307658008b89ee-480/satya-nadella-linu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530" y="572214"/>
            <a:ext cx="8882024" cy="5921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189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38" y="157571"/>
            <a:ext cx="11809524" cy="6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50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.NET FRAMEWORK on 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349" y="1803783"/>
            <a:ext cx="6299128" cy="485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583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14" y="305190"/>
            <a:ext cx="11828571" cy="62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069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server on 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3144" y="2319575"/>
            <a:ext cx="6990476" cy="38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8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43" y="129000"/>
            <a:ext cx="11285714" cy="6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427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Linux on Microsoft Azure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Live Demo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6643" y="1862259"/>
            <a:ext cx="6526257" cy="474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382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August 2017</a:t>
            </a:r>
            <a:r>
              <a:rPr lang="en-US" smtClean="0"/>
              <a:t>: CONTAINER </a:t>
            </a:r>
            <a:r>
              <a:rPr lang="en-US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169" y="2667000"/>
            <a:ext cx="5552488" cy="3124200"/>
          </a:xfrm>
        </p:spPr>
      </p:pic>
    </p:spTree>
    <p:extLst>
      <p:ext uri="{BB962C8B-B14F-4D97-AF65-F5344CB8AC3E}">
        <p14:creationId xmlns:p14="http://schemas.microsoft.com/office/powerpoint/2010/main" val="259141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56</TotalTime>
  <Words>41</Words>
  <Application>Microsoft Office PowerPoint</Application>
  <PresentationFormat>Widescreen</PresentationFormat>
  <Paragraphs>19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</vt:lpstr>
      <vt:lpstr>Mesh</vt:lpstr>
      <vt:lpstr>PowerPoint Presentation</vt:lpstr>
      <vt:lpstr>PowerPoint Presentation</vt:lpstr>
      <vt:lpstr>PowerPoint Presentation</vt:lpstr>
      <vt:lpstr>.NET FRAMEWORK on LINUX</vt:lpstr>
      <vt:lpstr>PowerPoint Presentation</vt:lpstr>
      <vt:lpstr>SQL server on Linux</vt:lpstr>
      <vt:lpstr>PowerPoint Presentation</vt:lpstr>
      <vt:lpstr>Linux on Microsoft Azure</vt:lpstr>
      <vt:lpstr>Next August 2017: CONTAINER 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Loves Linux</dc:title>
  <dc:creator>Quraviharto, Ody Y.</dc:creator>
  <cp:lastModifiedBy>Quraviharto, Ody Y.</cp:lastModifiedBy>
  <cp:revision>30</cp:revision>
  <dcterms:created xsi:type="dcterms:W3CDTF">2017-06-16T02:03:06Z</dcterms:created>
  <dcterms:modified xsi:type="dcterms:W3CDTF">2017-06-16T08:54:52Z</dcterms:modified>
</cp:coreProperties>
</file>